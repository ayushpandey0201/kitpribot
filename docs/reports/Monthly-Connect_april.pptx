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8" r:id="rId5"/>
    <p:sldId id="259" r:id="rId6"/>
    <p:sldId id="260" r:id="rId7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40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ED9A8-5C8D-4431-A5F4-8C33E90860AB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313F1-1FB8-4F83-8BC6-DAB5B44D1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07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00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81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731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80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67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18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06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3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61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94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 err="1" smtClean="0">
                <a:solidFill>
                  <a:schemeClr val="bg1">
                    <a:lumMod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  <a:endParaRPr lang="en-IN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</a:t>
            </a: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: </a:t>
            </a:r>
            <a:r>
              <a:rPr lang="en-IN" sz="1200" dirty="0" err="1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xxxxxxxxxxxxxxxxxxxxxxxxxxxxxxxxxxxxxxxxx</a:t>
            </a:r>
            <a:endParaRPr lang="en-IN" sz="1200" dirty="0" smtClean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28600" indent="-228600">
              <a:buAutoNum type="arabicPeriod"/>
            </a:pPr>
            <a:r>
              <a:rPr lang="en-IN" sz="1200" dirty="0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 err="1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2" y="4195157"/>
            <a:ext cx="5867778" cy="1813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7261" y="2037123"/>
            <a:ext cx="5867779" cy="19865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262" y="4262103"/>
            <a:ext cx="58677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Next Steps </a:t>
            </a:r>
          </a:p>
          <a:p>
            <a:endParaRPr lang="en-IN" b="1" dirty="0" smtClean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r>
              <a:rPr lang="en-IN" sz="14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400" b="1" dirty="0" err="1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4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sz="1400" b="1" dirty="0" smtClean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2260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KPIs achieved till now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39991" y="4205097"/>
            <a:ext cx="5867778" cy="1798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  <a:p>
            <a:pPr algn="ctr"/>
            <a:endParaRPr lang="en-US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139991" y="4277046"/>
            <a:ext cx="3720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Key Achievements/ Outcome till now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181044" y="2037123"/>
            <a:ext cx="5867778" cy="1986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39991" y="2116292"/>
            <a:ext cx="3070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Challenges/ Issues faced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Date: </a:t>
            </a:r>
            <a:r>
              <a:rPr lang="en-IN" dirty="0" err="1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xxxxxxx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43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 err="1" smtClean="0">
                <a:solidFill>
                  <a:schemeClr val="bg1">
                    <a:lumMod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  <a:endParaRPr lang="en-IN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</a:t>
            </a: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: </a:t>
            </a:r>
            <a:r>
              <a:rPr lang="en-IN" sz="1200" dirty="0" err="1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xxxxxxxxxxxxxxxxxxxxxxxxxxxxxxxxxxxxxxxxx</a:t>
            </a:r>
            <a:endParaRPr lang="en-IN" sz="1200" dirty="0" smtClean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28600" indent="-228600">
              <a:buAutoNum type="arabicPeriod"/>
            </a:pPr>
            <a:r>
              <a:rPr lang="en-IN" sz="1200" dirty="0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 err="1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2" y="4195157"/>
            <a:ext cx="5867778" cy="1813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7261" y="2037123"/>
            <a:ext cx="5867779" cy="19865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262" y="4262103"/>
            <a:ext cx="58677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Anticipated Break (Due to exams </a:t>
            </a:r>
            <a:r>
              <a:rPr lang="en-IN" b="1" dirty="0" err="1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etc</a:t>
            </a:r>
            <a:r>
              <a:rPr lang="en-IN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)</a:t>
            </a:r>
          </a:p>
          <a:p>
            <a:endParaRPr lang="en-IN" b="1" dirty="0" smtClean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r>
              <a:rPr lang="en-IN" sz="14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400" b="1" dirty="0" err="1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4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sz="1400" b="1" dirty="0" smtClean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4111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Resource Requirement Identified with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39991" y="4205097"/>
            <a:ext cx="5867778" cy="1798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Is the data self-collected, If yes then is the consent form submitted.</a:t>
            </a:r>
          </a:p>
          <a:p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If open source then the dataset link</a:t>
            </a:r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algn="ctr"/>
            <a:endParaRPr lang="en-US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139991" y="4277046"/>
            <a:ext cx="261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Data Collection Information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181044" y="2037123"/>
            <a:ext cx="5867778" cy="1986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139991" y="2116292"/>
            <a:ext cx="5658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Github</a:t>
            </a:r>
            <a:r>
              <a:rPr lang="en-IN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Repository Link and PRISM Portal Registration Status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Date: </a:t>
            </a:r>
            <a:r>
              <a:rPr lang="en-IN" dirty="0" err="1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xxxxxxx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78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 err="1" smtClean="0">
                <a:solidFill>
                  <a:schemeClr val="bg1">
                    <a:lumMod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  <a:endParaRPr lang="en-IN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</a:t>
            </a: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: </a:t>
            </a:r>
            <a:r>
              <a:rPr lang="en-IN" sz="1200" dirty="0" err="1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xxxxxxxxxxxxxxxxxxxxxxxxxxxxxxxxxxxxxxxxx</a:t>
            </a:r>
            <a:endParaRPr lang="en-IN" sz="1200" dirty="0" smtClean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28600" indent="-228600">
              <a:buAutoNum type="arabicPeriod"/>
            </a:pPr>
            <a:r>
              <a:rPr lang="en-IN" sz="1200" dirty="0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 err="1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67261" y="2037123"/>
            <a:ext cx="11840507" cy="20161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Status and future plan</a:t>
            </a:r>
          </a:p>
          <a:p>
            <a:pPr marL="93663" lvl="1"/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Latest Literature Review</a:t>
            </a:r>
          </a:p>
          <a:p>
            <a:pPr marL="93663" lvl="1"/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Expert Insights</a:t>
            </a:r>
          </a:p>
          <a:p>
            <a:pPr marL="93663" lvl="1"/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other comment</a:t>
            </a:r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6407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Professor Comments (To be filled in and presented by professor </a:t>
            </a:r>
            <a:r>
              <a:rPr lang="en-IN" b="1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(Either)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Date: </a:t>
            </a:r>
            <a:r>
              <a:rPr lang="en-IN" dirty="0" err="1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xxxxxxx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67260" y="4172422"/>
            <a:ext cx="11840507" cy="2263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6025" y="4286119"/>
            <a:ext cx="3229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COMPUTATION RESOURCE Details: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7966" y="4701617"/>
            <a:ext cx="43860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[Google Collab/ </a:t>
            </a:r>
            <a:r>
              <a:rPr lang="en-IN" sz="1200" b="1" dirty="0" err="1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Kaggle</a:t>
            </a:r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/ GPU from College lab with </a:t>
            </a:r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compute hours </a:t>
            </a:r>
            <a:r>
              <a:rPr lang="en-IN" sz="1200" b="1" dirty="0" err="1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etc</a:t>
            </a:r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22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8D5616F9BF194488B07F0627BAB481" ma:contentTypeVersion="0" ma:contentTypeDescription="Create a new document." ma:contentTypeScope="" ma:versionID="a03a99aabb1e89e7b494f7f7c7c5383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C52CD1-58C0-485B-9619-B9EBD43EE183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54A7D69-8D57-4DF2-9544-252FB4EB02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AA45360-03A4-4567-9FDE-03C8691D85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4762</TotalTime>
  <Words>180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SamsungOne 600C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Saad Hashmi/Tech Mgmt /SRI-Bangalore/Professional/삼성전자</dc:creator>
  <cp:lastModifiedBy>Garima Rani/PRISM /SRI-Bangalore/Associate/Samsung Electronics</cp:lastModifiedBy>
  <cp:revision>56</cp:revision>
  <cp:lastPrinted>2019-06-27T12:08:24Z</cp:lastPrinted>
  <dcterms:created xsi:type="dcterms:W3CDTF">2019-04-12T08:37:01Z</dcterms:created>
  <dcterms:modified xsi:type="dcterms:W3CDTF">2025-02-07T05:33:10Z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ContentTypeId">
    <vt:lpwstr>0x010100168D5616F9BF194488B07F0627BAB481</vt:lpwstr>
  </property>
</Properties>
</file>